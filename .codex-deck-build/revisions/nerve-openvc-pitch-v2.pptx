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70318950c74212" /><Relationship Type="http://schemas.openxmlformats.org/officeDocument/2006/relationships/extended-properties" Target="/docProps/app.xml" Id="Rcf1315b36ee34b9c" /><Relationship Type="http://schemas.openxmlformats.org/officeDocument/2006/relationships/officeDocument" Target="/ppt/presentation.xml" Id="R3925bed524d74f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505ed524640db"/>
  </p:sldMasterIdLst>
  <p:notesMasterIdLst>
    <p:notesMasterId xmlns:r="http://schemas.openxmlformats.org/officeDocument/2006/relationships" r:id="Ref28b638b0fe44ef"/>
  </p:notesMasterIdLst>
  <p:sldIdLst>
    <p:sldId xmlns:r="http://schemas.openxmlformats.org/officeDocument/2006/relationships" id="256" r:id="R7d057f6ff64d4858"/>
    <p:sldId xmlns:r="http://schemas.openxmlformats.org/officeDocument/2006/relationships" id="257" r:id="R916d530f8d644b46"/>
    <p:sldId xmlns:r="http://schemas.openxmlformats.org/officeDocument/2006/relationships" id="258" r:id="Rc14df5cf9ad24216"/>
    <p:sldId xmlns:r="http://schemas.openxmlformats.org/officeDocument/2006/relationships" id="259" r:id="Rbd52580f4dec4de9"/>
    <p:sldId xmlns:r="http://schemas.openxmlformats.org/officeDocument/2006/relationships" id="260" r:id="R1564da8e6940474b"/>
    <p:sldId xmlns:r="http://schemas.openxmlformats.org/officeDocument/2006/relationships" id="261" r:id="R977ad081a6934100"/>
    <p:sldId xmlns:r="http://schemas.openxmlformats.org/officeDocument/2006/relationships" id="262" r:id="R1b74ec0985e14194"/>
    <p:sldId xmlns:r="http://schemas.openxmlformats.org/officeDocument/2006/relationships" id="263" r:id="R4234207d97da46c7"/>
    <p:sldId xmlns:r="http://schemas.openxmlformats.org/officeDocument/2006/relationships" id="264" r:id="Rebb73549e01c4d9d"/>
    <p:sldId xmlns:r="http://schemas.openxmlformats.org/officeDocument/2006/relationships" id="265" r:id="R96a94dba2a3043c5"/>
    <p:sldId xmlns:r="http://schemas.openxmlformats.org/officeDocument/2006/relationships" id="266" r:id="Re2fe088dc05c449d"/>
    <p:sldId xmlns:r="http://schemas.openxmlformats.org/officeDocument/2006/relationships" id="267" r:id="R38d469c52d4041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d279c10d0f41e2" /><Relationship Type="http://schemas.openxmlformats.org/officeDocument/2006/relationships/slideMaster" Target="/ppt/slideMasters/slideMaster1.xml" Id="R62f505ed524640db" /><Relationship Type="http://schemas.openxmlformats.org/officeDocument/2006/relationships/notesMaster" Target="/ppt/notesMasters/notesMaster1.xml" Id="Ref28b638b0fe44ef" /><Relationship Type="http://schemas.openxmlformats.org/officeDocument/2006/relationships/presProps" Target="/ppt/presProps.xml" Id="R84a1df3014604f11" /><Relationship Type="http://schemas.openxmlformats.org/officeDocument/2006/relationships/tableStyles" Target="/ppt/tableStyles.xml" Id="Rfd8029a9bb2845b5" /><Relationship Type="http://schemas.openxmlformats.org/officeDocument/2006/relationships/slide" Target="/ppt/slides/slide1.xml" Id="R7d057f6ff64d4858" /><Relationship Type="http://schemas.openxmlformats.org/officeDocument/2006/relationships/slide" Target="/ppt/slides/slide2.xml" Id="R916d530f8d644b46" /><Relationship Type="http://schemas.openxmlformats.org/officeDocument/2006/relationships/slide" Target="/ppt/slides/slide3.xml" Id="Rc14df5cf9ad24216" /><Relationship Type="http://schemas.openxmlformats.org/officeDocument/2006/relationships/slide" Target="/ppt/slides/slide4.xml" Id="Rbd52580f4dec4de9" /><Relationship Type="http://schemas.openxmlformats.org/officeDocument/2006/relationships/slide" Target="/ppt/slides/slide5.xml" Id="R1564da8e6940474b" /><Relationship Type="http://schemas.openxmlformats.org/officeDocument/2006/relationships/slide" Target="/ppt/slides/slide6.xml" Id="R977ad081a6934100" /><Relationship Type="http://schemas.openxmlformats.org/officeDocument/2006/relationships/slide" Target="/ppt/slides/slide7.xml" Id="R1b74ec0985e14194" /><Relationship Type="http://schemas.openxmlformats.org/officeDocument/2006/relationships/slide" Target="/ppt/slides/slide8.xml" Id="R4234207d97da46c7" /><Relationship Type="http://schemas.openxmlformats.org/officeDocument/2006/relationships/slide" Target="/ppt/slides/slide9.xml" Id="Rebb73549e01c4d9d" /><Relationship Type="http://schemas.openxmlformats.org/officeDocument/2006/relationships/slide" Target="/ppt/slides/slide10.xml" Id="R96a94dba2a3043c5" /><Relationship Type="http://schemas.openxmlformats.org/officeDocument/2006/relationships/slide" Target="/ppt/slides/slide11.xml" Id="Re2fe088dc05c449d" /><Relationship Type="http://schemas.openxmlformats.org/officeDocument/2006/relationships/slide" Target="/ppt/slides/slide12.xml" Id="R38d469c52d4041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da2d556668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8b104269a46fd" /><Relationship Type="http://schemas.openxmlformats.org/officeDocument/2006/relationships/notesMaster" Target="/ppt/notesMasters/notesMaster1.xml" Id="Ra963719ac86949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6fd5c59f14651" /><Relationship Type="http://schemas.openxmlformats.org/officeDocument/2006/relationships/notesMaster" Target="/ppt/notesMasters/notesMaster1.xml" Id="R161eab06791a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38ffe3e624631" /><Relationship Type="http://schemas.openxmlformats.org/officeDocument/2006/relationships/notesMaster" Target="/ppt/notesMasters/notesMaster1.xml" Id="R47feea039966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534e3642d4b4e" /><Relationship Type="http://schemas.openxmlformats.org/officeDocument/2006/relationships/notesMaster" Target="/ppt/notesMasters/notesMaster1.xml" Id="R770edd56b51f43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a81764dc45412e" /><Relationship Type="http://schemas.openxmlformats.org/officeDocument/2006/relationships/notesMaster" Target="/ppt/notesMasters/notesMaster1.xml" Id="R81f38f72f7ca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08fd13fdca46e3" /><Relationship Type="http://schemas.openxmlformats.org/officeDocument/2006/relationships/notesMaster" Target="/ppt/notesMasters/notesMaster1.xml" Id="R091d7318b7c644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4a90ddc6024769" /><Relationship Type="http://schemas.openxmlformats.org/officeDocument/2006/relationships/notesMaster" Target="/ppt/notesMasters/notesMaster1.xml" Id="Rdb71bd5cf3784f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1a2e2ab024a93" /><Relationship Type="http://schemas.openxmlformats.org/officeDocument/2006/relationships/notesMaster" Target="/ppt/notesMasters/notesMaster1.xml" Id="R896a0897720249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6fb9b8ca44cee" /><Relationship Type="http://schemas.openxmlformats.org/officeDocument/2006/relationships/notesMaster" Target="/ppt/notesMasters/notesMaster1.xml" Id="R76022fe75b49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7458a5327c4ac1" /><Relationship Type="http://schemas.openxmlformats.org/officeDocument/2006/relationships/notesMaster" Target="/ppt/notesMasters/notesMaster1.xml" Id="R72806032f9bc4f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eaf727b2394494" /><Relationship Type="http://schemas.openxmlformats.org/officeDocument/2006/relationships/notesMaster" Target="/ppt/notesMasters/notesMaster1.xml" Id="Rd8bcc70c4f864d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bd4c4451154dc8" /><Relationship Type="http://schemas.openxmlformats.org/officeDocument/2006/relationships/notesMaster" Target="/ppt/notesMasters/notesMaster1.xml" Id="R93206d110105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and founder details from the OpenVC dashboard screenshot supplied by the user. The one-sentence description reflects docs/PRODUCT.md and the current product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Nerve positioning and product hypothesis from docs/NERVE-SPEC.md and app/page.tsx. This is a customer problem statement, not a quantified prevalence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 from docs/PRODUCT.md. Screenshot: public/shots/train.webp, a product UI image in the repository. UI values shown in the screenshot are demonstration content and are not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Interview features and pricing from docs/PRODUCT.md and app/interviews/page.tsx. Screenshot: public/shots/interview-home.webp, a product UI image in the repository. Screenshot fields are illustrative product content, not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Scoring behavior from docs/PRODUCT.md, sections on dating and interview tracks. Screenshot: public/shots/scorecard.webp, a product UI image in the repository. Screenshot score is illustrative UI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product loop synthesized from docs/PRODUCT.md and docs/RETENTION-AUDIT.md. No outcome or retention rate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from docs/PRODUCT.md and docs/LAUNCH-GAP.md D18-D19, checked against app/pricing/page.tsx and lib/billing/plans.ts. Prices are current repository configuration as inspected 12 Sep 2026, not a claim about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product snapshot: docs/INTERVIEW-PLAN.md §15 and docs/LAUNCH-GAP.md D21. 89 sessions across 17 users at the 7 Sep 2026 track-filter audit; 42 visits from TikTok and Meta from 4–10 Sep with 0 new accounts. These figures are dated, include possible tests, and do not establish retention, paying conversion, or product-market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segments are Nerve’s current product positioning in docs/PRODUCT.md and docs/MARKETING-PLAN.md. This slide intentionally makes no quantified TAM claim because no defensible bottom-up market estimate was available in the supplied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60-day US launch plan and $340 budget from docs/MARKETING-PLAN.md. The /start funnel instrumentation shipped 11 Sep 2026 per docs/LAUNCH-GAP.md D21. The plan is a test, not achieved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name, team size and Sri Lanka location from the supplied OpenVC dashboard screenshot. Product status from docs/PRODUCT.md. No education, work history, or unsupported personal credentials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Raise target of $100k from the user-supplied OpenVC dashboard screenshot. Milestones are a proposed use-of-funds framework, not a representation of an approved budget or guaranteed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4761b7490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f5bce56b0a4705" /><Relationship Type="http://schemas.openxmlformats.org/officeDocument/2006/relationships/slideLayout" Target="/ppt/slideLayouts/slideLayout1.xml" Id="R9dd7ac95e72141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d7ac95e72141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69a7f7cb140de" /><Relationship Type="http://schemas.openxmlformats.org/officeDocument/2006/relationships/image" Target="/ppt/media/image.png" Id="R534cca571c824068" /><Relationship Type="http://schemas.openxmlformats.org/officeDocument/2006/relationships/notesSlide" Target="/ppt/notesSlides/notesSlide1.xml" Id="Ree3ab7f7dddd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8f369379844a6" /><Relationship Type="http://schemas.openxmlformats.org/officeDocument/2006/relationships/notesSlide" Target="/ppt/notesSlides/notesSlide2.xml" Id="R9b5f73db1f96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8d1cc93dd4fb1" /><Relationship Type="http://schemas.openxmlformats.org/officeDocument/2006/relationships/image" Target="/ppt/media/image2.png" Id="R992f05a653ce4c4a" /><Relationship Type="http://schemas.openxmlformats.org/officeDocument/2006/relationships/notesSlide" Target="/ppt/notesSlides/notesSlide3.xml" Id="Re6657dc68c934e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5c06172f0482a" /><Relationship Type="http://schemas.openxmlformats.org/officeDocument/2006/relationships/image" Target="/ppt/media/image3.png" Id="R4ae74d481fbb4f75" /><Relationship Type="http://schemas.openxmlformats.org/officeDocument/2006/relationships/notesSlide" Target="/ppt/notesSlides/notesSlide4.xml" Id="Rbb77f457492043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a71f6f1d4435d" /><Relationship Type="http://schemas.openxmlformats.org/officeDocument/2006/relationships/image" Target="/ppt/media/image4.png" Id="Ra232f11b0e604de9" /><Relationship Type="http://schemas.openxmlformats.org/officeDocument/2006/relationships/notesSlide" Target="/ppt/notesSlides/notesSlide5.xml" Id="Re8899d0e69ee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5e8623c24740" /><Relationship Type="http://schemas.openxmlformats.org/officeDocument/2006/relationships/notesSlide" Target="/ppt/notesSlides/notesSlide6.xml" Id="R1e49250cb68545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6435330364164" /><Relationship Type="http://schemas.openxmlformats.org/officeDocument/2006/relationships/notesSlide" Target="/ppt/notesSlides/notesSlide7.xml" Id="Rdf373c45329b44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3f25577eb4c74" /><Relationship Type="http://schemas.openxmlformats.org/officeDocument/2006/relationships/notesSlide" Target="/ppt/notesSlides/notesSlide8.xml" Id="R91b0d781dc8048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2690b42784c4d" /><Relationship Type="http://schemas.openxmlformats.org/officeDocument/2006/relationships/notesSlide" Target="/ppt/notesSlides/notesSlide9.xml" Id="R7e59a2903bfd41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1822219b04a8c" /><Relationship Type="http://schemas.openxmlformats.org/officeDocument/2006/relationships/notesSlide" Target="/ppt/notesSlides/notesSlide10.xml" Id="R51536cbdbd4742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d79e336a4ef4" /><Relationship Type="http://schemas.openxmlformats.org/officeDocument/2006/relationships/notesSlide" Target="/ppt/notesSlides/notesSlide11.xml" Id="Rce69e7882db042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4af8f6eeb4fda" /><Relationship Type="http://schemas.openxmlformats.org/officeDocument/2006/relationships/notesSlide" Target="/ppt/notesSlides/notesSlide12.xml" Id="R9c9550d9a4dd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cca571c824068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93D24-C631-40C2-9CB6-F1D4A291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4355D-EF48-473D-8F23-7EF15E7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An AI conversation gym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9BE1B-40AE-46E5-9F62-92C7AE4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914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Helping young adults speak with confidence in dating and job interviews.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7ED28-F2B0-4B12-85F0-B9FF3F4D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86A04-8425-436D-B100-5973D996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EFE8"/>
                </a:solidFill>
                <a:latin typeface="Arial"/>
                <a:ea typeface="Arial"/>
                <a:cs typeface="Arial"/>
              </a:rPr>
              <a:t>Pabath Wedamuhandirama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A5430-E74A-4947-8E98-4733E24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hellonerve.com</a:t>
            </a:r>
          </a:p>
        </p:txBody>
      </p:sp>
    </p:spTree>
    <p:extLst>
      <p:ext uri="{BB962C8B-B14F-4D97-AF65-F5344CB8AC3E}">
        <p14:creationId xmlns:p14="http://schemas.microsoft.com/office/powerpoint/2010/main" val="1251116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63F9F-07B4-40DC-946F-5D68BC2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A3CB7-AA37-41A4-9289-65BF6F8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C75B-79E6-46D0-A4B9-4ABF68B4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33D7B-0A38-481D-85C9-84C340C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19719-ED04-4D29-A967-EBBA92FA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conversations that matter most are the hardest to rehearse.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E294A-E6A2-41D8-B178-B74E736F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1019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first date or job interview changes with every answer. Practice alone cannot reproduce hesitation, interruption, or rejection.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8D287-76CA-4371-8136-DA512D91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NERVE STARTS WITH REALISTIC VOICE PRACTICE</a:t>
            </a:r>
          </a:p>
        </p:txBody>
      </p:sp>
    </p:spTree>
    <p:extLst>
      <p:ext uri="{BB962C8B-B14F-4D97-AF65-F5344CB8AC3E}">
        <p14:creationId xmlns:p14="http://schemas.microsoft.com/office/powerpoint/2010/main" val="528620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325B1-628D-4A65-9AF4-08C24125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74A7D-6639-4C47-9D00-BFB0D3D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2743F-4187-49B6-AB16-70C8CAA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E5B5B-E3C5-4C75-9716-F82C19D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A conversation gym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E017B-AA82-4AE8-A9FC-9EF3326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VOICE REPS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6FDC-6FD1-442D-B77C-A3F1C6E7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3790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Speak out loud with an AI character who responds in the moment.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65D96-A4CA-4387-801A-B220427F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857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rep lasts three minutes. The character can lose interest, get distracted, or say no.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f05a653ce4c4a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59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7F47B-5146-480C-8E54-DBDCB33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E0EAF-3D36-4E85-BCC3-267BC390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8E0D0-09FE-4400-B022-B3D0002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C0FC2-2DB4-47F7-B04C-F1AF921C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Interview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53F15-FF2F-4E6F-B6D6-6B9C4FF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SECOND USE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FC9ED-6DC9-4C8E-B6A0-CC3FC38C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3924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Candidates practice with an interviewer who has read their CV and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BABDF-BB7C-4273-BA92-65D3522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92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Rounds run 5 to 25 minutes. Technical rounds can assess answer accuracy as well as delivery.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74d481fbb4f75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85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4832-600B-4F61-B092-17535FA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449C2-D4E6-4B9A-9D99-75950D05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4301E-3283-4AAB-943C-6FB4DF9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021E6-65C9-401D-A487-3EAF5B4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Feedback on what users can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F1E52-06C9-4B00-B062-FB68F84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AFTER EACH 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47A00-11D9-48BE-866F-DA1374A6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857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A scorecard identifies the moment the conversation 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14710-111E-4C16-9B05-21AC048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38576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grades how the user spoke, including questions, listening, and composure. A rejection can still be a strong rep.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2f11b0e604de9"/>
          <a:srcRect xmlns:a="http://schemas.openxmlformats.org/drawingml/2006/main" l="0" t="8465" r="0" b="8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46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4041C-000A-4D5D-8EC0-B95A1D4D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BC8FA-8E92-4BBB-BFC1-16476CD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F01B4-477C-4420-BFA4-0F34423E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B7DA9-93D4-40F6-9932-1B2BF79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practice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6239C-59AC-4CA4-B126-FEBAD08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E7FC-238A-4134-8F76-5ECB83D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47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Voice rep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3128C-9B80-44B5-B086-AC8EB85D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timed conversation creates a real attempt.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AAC49-96C2-4692-9A93-0826F821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94559-07B0-40CB-887F-456BCD3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990D7-2E62-4303-8B1A-78EF19CD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46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Scorecard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31D60-372C-4285-A29A-FADD5CE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sees one concrete behavior to improve.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87827-357E-4488-8ED5-44F324A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805B4-CD6C-4DC3-8F76-EC27EA14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3EFB1-AE84-4527-96ED-87371AD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814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Next 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289B8-B21D-4627-8641-F927903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next rep targets that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F8919-C2B3-4892-96D6-8711D13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D8F5F-B2D3-4A7F-B263-4DABE33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C7F71-677F-412F-979D-5C3278F5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248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Real-world 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00597-3C6E-429D-835C-DA52AA85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tries the skill outside the app and logs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955216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DCFCB-2498-481D-A70F-A21794B4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D97FA-A063-4AF2-865B-6001155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22A2-8378-4B2C-A876-F3C1282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CBC0-FA60-4DE2-8FE0-E400A11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5655-D042-47E5-841E-3C65466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SUBSCRIPTION VOICE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26AE9-8DE0-457E-A86A-A8DB838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1F946-3013-4B44-8556-0B40509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Pro /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37521-FD7D-4F44-B2D8-5067988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3 dating voice reps per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7918-1FFD-4760-B76C-151BCCC7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B7581-6948-4176-8E34-F84A59B7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324DF-8BD4-4539-A3E1-779E29B3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Elite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D834E-CAFE-4545-A2FE-0A52161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6 dating voice reps per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50A41-9CA8-4C71-9302-E74EED5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INTERVIEW PACKS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1AFF8-5C7D-4AC7-B297-0AAE9BB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$6  /  $20  /  $45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2A4FC-6896-4E5B-BB77-8275BE8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2, 8, or 20 one-time credits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2DF94-64A0-460B-9FB1-8C145B6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Every account starts with one free dating rep and a five-minute interview screener.</a:t>
            </a:r>
          </a:p>
        </p:txBody>
      </p:sp>
    </p:spTree>
    <p:extLst>
      <p:ext uri="{BB962C8B-B14F-4D97-AF65-F5344CB8AC3E}">
        <p14:creationId xmlns:p14="http://schemas.microsoft.com/office/powerpoint/2010/main" val="1321840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607D2-8F33-42BC-A833-AC2DAED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99806-395C-4638-BD8E-18C32E0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312FB-BAFD-47B5-B59E-773EB4E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C3F29-6C1B-4355-8D50-8266046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Early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B8CEF-09F1-4681-9B12-008D2A5F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55131-D661-409A-B375-442182B8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480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dating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E80A4-20AC-4473-9702-8CBE988F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4257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Across 17 user accounts in an internal product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D48C7-7302-47A8-8D9C-D6101EC6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69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65324-81C4-4443-8D50-D9F853DF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45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0 /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5F2D7-B9F3-4C2A-9230-896C5AA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464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visit-to-account conversions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77DCC-FCFA-478C-97AE-50400541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05275"/>
            <a:ext cx="4610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TikTok and Meta visits, 4–10 Sep. The sign-up flow was then instrumented and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D0407-09AD-40B8-B74A-44FE7B8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388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These are learning signals, not proof of repeat paid demand.</a:t>
            </a:r>
          </a:p>
        </p:txBody>
      </p:sp>
    </p:spTree>
    <p:extLst>
      <p:ext uri="{BB962C8B-B14F-4D97-AF65-F5344CB8AC3E}">
        <p14:creationId xmlns:p14="http://schemas.microsoft.com/office/powerpoint/2010/main" val="1218705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61129-9FAA-47CB-B9DE-56605B2C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311F8-A152-4145-8471-EF6267B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FEBC7-63D9-40E3-BE31-9A9139F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70BBC-DAE1-4780-A3AE-844AA0EB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Customer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E2804-4038-4BE2-ACF5-B724182D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ENTRY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1F405-8B93-4A26-AA95-380F89CA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800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Young adults who avoid starting conversations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41F22-C468-4D70-B048-4D759776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track offers short, repeatable practice and a real-world challenge.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F4D0E-CBD6-45A0-A395-FA34DE66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62150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3FB95-8C27-4562-BAAC-FDE48A84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ADJACENT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6183A-6C47-43FE-8CDE-4490C020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4810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Candidates preparing for early career interviews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E716D-3B15-4188-9195-A9926F3B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91050"/>
            <a:ext cx="4705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interview track adds CV-aware rounds and a one-time credit purchase.</a:t>
            </a:r>
          </a:p>
        </p:txBody>
      </p:sp>
    </p:spTree>
    <p:extLst>
      <p:ext uri="{BB962C8B-B14F-4D97-AF65-F5344CB8AC3E}">
        <p14:creationId xmlns:p14="http://schemas.microsoft.com/office/powerpoint/2010/main" val="2010544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47BB7-BD6E-4AC0-AD7C-1738941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691DA-57E2-4EB6-B116-4800BD5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90E3-2F2F-4DFB-A49E-98CF1C1A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19F7E-6BE7-4C5A-9192-A2A3BA8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Go-to-market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4AE90-8191-44C1-8762-DECD1E40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US LAUNCH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822D0-E841-4874-8DAE-7B7126B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Short-form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E6E5A-88F5-414E-BCFC-7B90D56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743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Show one recognizable conversation mistake and the rep that corrects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18DCF-607E-4168-A2A0-D258C70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5F65E-1B61-4E31-A365-571D8C8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62225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Creator referrals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295E1-97DC-4F81-BC7E-0964191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4591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Test small paid creators while measuring each step from visit to first rep and purchase.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2B494-0BAD-40B3-BF9C-50C6449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D5AD7-8B41-4655-A99B-4722535F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F82A"/>
                </a:solidFill>
                <a:latin typeface="Arial"/>
                <a:ea typeface="Arial"/>
                <a:cs typeface="Arial"/>
              </a:rPr>
              <a:t>The planned 60-day budget is $340. The decision metric is paid, repeat use.</a:t>
            </a:r>
          </a:p>
        </p:txBody>
      </p:sp>
    </p:spTree>
    <p:extLst>
      <p:ext uri="{BB962C8B-B14F-4D97-AF65-F5344CB8AC3E}">
        <p14:creationId xmlns:p14="http://schemas.microsoft.com/office/powerpoint/2010/main" val="2019852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6A1B4-DD99-4BF5-BDC7-94E4FEE6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A3B4E-1A9B-42DA-8150-F6BDA24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C57E-A080-44F4-AD24-BB4E994B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E3F57-C3D2-4E85-AD64-C210DB97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Founder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3CBB1-D21A-4E4E-81CA-4FD5C6BC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Pabath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E6E6A-0370-4D24-8438-DDF1C70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829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Wedamuhandirama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C8784-5D10-4FBC-822F-9A30A31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Solo founder  ·  Sri Lanka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F0B2D-FC34-401D-9859-5FF16B7B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1CF45-99DF-452C-A750-1CBD64C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306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is live with voice reps, scorecards, billing, and an interview track.</a:t>
            </a:r>
          </a:p>
        </p:txBody>
      </p:sp>
    </p:spTree>
    <p:extLst>
      <p:ext uri="{BB962C8B-B14F-4D97-AF65-F5344CB8AC3E}">
        <p14:creationId xmlns:p14="http://schemas.microsoft.com/office/powerpoint/2010/main" val="8180394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0ABC3-A7C8-41D4-8C9F-671B5E29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F3A35-7331-4669-8D91-CE805704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7CF7B-E6E8-4ED7-B9A6-921AC54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A900-88BA-4B08-8C6E-6047D821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6CC17-6FF8-46FD-B42C-8C5AE652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102584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Raising $100k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1FE4B-8981-46D4-A9B2-A69D27D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3852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Capital to test whether voice practice becomes repeat paid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AFEB4-D50B-482B-BB81-2CA412B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14875"/>
            <a:ext cx="1067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223C7-A13D-4E77-BD55-2B16ECB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MILESTONES FOR THIS 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7F0AC-EF4F-43F9-B18D-5B18B381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006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Validate the acquisition funnel. Prove paid conversion and retention. Improve voice quality and reliability with real users.</a:t>
            </a:r>
          </a:p>
        </p:txBody>
      </p:sp>
    </p:spTree>
    <p:extLst>
      <p:ext uri="{BB962C8B-B14F-4D97-AF65-F5344CB8AC3E}">
        <p14:creationId xmlns:p14="http://schemas.microsoft.com/office/powerpoint/2010/main" val="2044939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2026-09-12T09:18:55.5490000Z</dcterms:created>
  <dcterms:modified xsi:type="dcterms:W3CDTF">2026-09-12T09:18:55.5490000Z</dcterms:modified>
</coreProperties>
</file>