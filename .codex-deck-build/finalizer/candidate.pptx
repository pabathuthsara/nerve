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68c658ccd042de" /><Relationship Type="http://schemas.openxmlformats.org/officeDocument/2006/relationships/extended-properties" Target="/docProps/app.xml" Id="R8e8bbfdeef9d427a" /><Relationship Type="http://schemas.openxmlformats.org/officeDocument/2006/relationships/officeDocument" Target="/ppt/presentation.xml" Id="R60a5a7cd87c94d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776b11f8324229"/>
  </p:sldMasterIdLst>
  <p:notesMasterIdLst>
    <p:notesMasterId xmlns:r="http://schemas.openxmlformats.org/officeDocument/2006/relationships" r:id="Ra94ca8e1cb80495e"/>
  </p:notesMasterIdLst>
  <p:sldIdLst>
    <p:sldId xmlns:r="http://schemas.openxmlformats.org/officeDocument/2006/relationships" id="256" r:id="R83ad1feaecf54961"/>
    <p:sldId xmlns:r="http://schemas.openxmlformats.org/officeDocument/2006/relationships" id="257" r:id="R3b496159c5bf4263"/>
    <p:sldId xmlns:r="http://schemas.openxmlformats.org/officeDocument/2006/relationships" id="258" r:id="Ra52f7c29e83841fe"/>
    <p:sldId xmlns:r="http://schemas.openxmlformats.org/officeDocument/2006/relationships" id="259" r:id="Ra328485451c9457c"/>
    <p:sldId xmlns:r="http://schemas.openxmlformats.org/officeDocument/2006/relationships" id="260" r:id="Rb3ebc5520afd4452"/>
    <p:sldId xmlns:r="http://schemas.openxmlformats.org/officeDocument/2006/relationships" id="261" r:id="Rd532375b6c154534"/>
    <p:sldId xmlns:r="http://schemas.openxmlformats.org/officeDocument/2006/relationships" id="262" r:id="R5d56d2260e0d4990"/>
    <p:sldId xmlns:r="http://schemas.openxmlformats.org/officeDocument/2006/relationships" id="263" r:id="R65d7eaed9589441c"/>
    <p:sldId xmlns:r="http://schemas.openxmlformats.org/officeDocument/2006/relationships" id="264" r:id="Rc951fa2860cb4722"/>
    <p:sldId xmlns:r="http://schemas.openxmlformats.org/officeDocument/2006/relationships" id="265" r:id="Re0ae863e1c0e40c3"/>
    <p:sldId xmlns:r="http://schemas.openxmlformats.org/officeDocument/2006/relationships" id="266" r:id="Ra9bf099ee8914b39"/>
    <p:sldId xmlns:r="http://schemas.openxmlformats.org/officeDocument/2006/relationships" id="267" r:id="Rf96442e8197a450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39f671c5aa4140" /><Relationship Type="http://schemas.openxmlformats.org/officeDocument/2006/relationships/slideMaster" Target="/ppt/slideMasters/slideMaster1.xml" Id="R16776b11f8324229" /><Relationship Type="http://schemas.openxmlformats.org/officeDocument/2006/relationships/notesMaster" Target="/ppt/notesMasters/notesMaster1.xml" Id="Ra94ca8e1cb80495e" /><Relationship Type="http://schemas.openxmlformats.org/officeDocument/2006/relationships/presProps" Target="/ppt/presProps.xml" Id="R3df98d93b7b2494c" /><Relationship Type="http://schemas.openxmlformats.org/officeDocument/2006/relationships/tableStyles" Target="/ppt/tableStyles.xml" Id="Re052661c9aa444ec" /><Relationship Type="http://schemas.openxmlformats.org/officeDocument/2006/relationships/slide" Target="/ppt/slides/slide1.xml" Id="R83ad1feaecf54961" /><Relationship Type="http://schemas.openxmlformats.org/officeDocument/2006/relationships/slide" Target="/ppt/slides/slide2.xml" Id="R3b496159c5bf4263" /><Relationship Type="http://schemas.openxmlformats.org/officeDocument/2006/relationships/slide" Target="/ppt/slides/slide3.xml" Id="Ra52f7c29e83841fe" /><Relationship Type="http://schemas.openxmlformats.org/officeDocument/2006/relationships/slide" Target="/ppt/slides/slide4.xml" Id="Ra328485451c9457c" /><Relationship Type="http://schemas.openxmlformats.org/officeDocument/2006/relationships/slide" Target="/ppt/slides/slide5.xml" Id="Rb3ebc5520afd4452" /><Relationship Type="http://schemas.openxmlformats.org/officeDocument/2006/relationships/slide" Target="/ppt/slides/slide6.xml" Id="Rd532375b6c154534" /><Relationship Type="http://schemas.openxmlformats.org/officeDocument/2006/relationships/slide" Target="/ppt/slides/slide7.xml" Id="R5d56d2260e0d4990" /><Relationship Type="http://schemas.openxmlformats.org/officeDocument/2006/relationships/slide" Target="/ppt/slides/slide8.xml" Id="R65d7eaed9589441c" /><Relationship Type="http://schemas.openxmlformats.org/officeDocument/2006/relationships/slide" Target="/ppt/slides/slide9.xml" Id="Rc951fa2860cb4722" /><Relationship Type="http://schemas.openxmlformats.org/officeDocument/2006/relationships/slide" Target="/ppt/slides/slide10.xml" Id="Re0ae863e1c0e40c3" /><Relationship Type="http://schemas.openxmlformats.org/officeDocument/2006/relationships/slide" Target="/ppt/slides/slide11.xml" Id="Ra9bf099ee8914b39" /><Relationship Type="http://schemas.openxmlformats.org/officeDocument/2006/relationships/slide" Target="/ppt/slides/slide12.xml" Id="Rf96442e8197a450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e1ca59ca124d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90c034808f8495f" /><Relationship Type="http://schemas.openxmlformats.org/officeDocument/2006/relationships/notesMaster" Target="/ppt/notesMasters/notesMaster1.xml" Id="Rb0dab2b02d2f44b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44d4cf91804de2" /><Relationship Type="http://schemas.openxmlformats.org/officeDocument/2006/relationships/notesMaster" Target="/ppt/notesMasters/notesMaster1.xml" Id="Ra1c80ae54cc24c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427fff92cf4f5d" /><Relationship Type="http://schemas.openxmlformats.org/officeDocument/2006/relationships/notesMaster" Target="/ppt/notesMasters/notesMaster1.xml" Id="Ra42849d3495647e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2778a6108f4a3b" /><Relationship Type="http://schemas.openxmlformats.org/officeDocument/2006/relationships/notesMaster" Target="/ppt/notesMasters/notesMaster1.xml" Id="R9dc9d927729844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b21296736f94805" /><Relationship Type="http://schemas.openxmlformats.org/officeDocument/2006/relationships/notesMaster" Target="/ppt/notesMasters/notesMaster1.xml" Id="R6ca6e62c13bc4c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eea316980146b5" /><Relationship Type="http://schemas.openxmlformats.org/officeDocument/2006/relationships/notesMaster" Target="/ppt/notesMasters/notesMaster1.xml" Id="Raabb790c06654a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bff7b260274df8" /><Relationship Type="http://schemas.openxmlformats.org/officeDocument/2006/relationships/notesMaster" Target="/ppt/notesMasters/notesMaster1.xml" Id="R94482719e8b94f6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23921c5d677468e" /><Relationship Type="http://schemas.openxmlformats.org/officeDocument/2006/relationships/notesMaster" Target="/ppt/notesMasters/notesMaster1.xml" Id="Rfaa4dc20a3fe4e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acf045ea064d41" /><Relationship Type="http://schemas.openxmlformats.org/officeDocument/2006/relationships/notesMaster" Target="/ppt/notesMasters/notesMaster1.xml" Id="R54dc2709ac66479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8ca9bfb4614c70" /><Relationship Type="http://schemas.openxmlformats.org/officeDocument/2006/relationships/notesMaster" Target="/ppt/notesMasters/notesMaster1.xml" Id="R9d5bdf05b744446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f35fd1f5bb84178" /><Relationship Type="http://schemas.openxmlformats.org/officeDocument/2006/relationships/notesMaster" Target="/ppt/notesMasters/notesMaster1.xml" Id="Rb544fd75a33b42c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b3bc60b44f940af" /><Relationship Type="http://schemas.openxmlformats.org/officeDocument/2006/relationships/notesMaster" Target="/ppt/notesMasters/notesMaster1.xml" Id="R0abb6c66f5ff4f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and founder details from the OpenVC dashboard screenshot supplied by the user. The one-sentence description reflects docs/PRODUCT.md and the current product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Nerve positioning and product hypothesis from docs/NERVE-SPEC.md and app/page.tsx. This is a customer problem statement, not a quantified prevalence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 from docs/PRODUCT.md. Screenshot: public/shots/train.webp, a product UI image in the repository. UI values shown in the screenshot are demonstration content and are not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Interview features and pricing from docs/PRODUCT.md and app/interviews/page.tsx. Screenshot: public/shots/interview-home.webp, a product UI image in the repository. Screenshot fields are illustrative product content, not customer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Scoring behavior from docs/PRODUCT.md, sections on dating and interview tracks. Screenshot: public/shots/scorecard.webp, a product UI image in the repository. Screenshot score is illustrative UI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product loop synthesized from docs/PRODUCT.md and docs/RETENTION-AUDIT.md. No outcome or retention rate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from docs/PRODUCT.md and docs/LAUNCH-GAP.md D18-D19, checked against app/pricing/page.tsx and lib/billing/plans.ts. Prices are current repository configuration as inspected 12 Sep 2026, not a claim about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product snapshot: docs/INTERVIEW-PLAN.md §15 and docs/LAUNCH-GAP.md D21. 89 sessions across 17 users at the 7 Sep 2026 track-filter audit; 42 visits from TikTok and Meta from 4–10 Sep with 0 new accounts. These figures are dated, include possible tests, and do not establish retention, paying conversion, or product-market 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segments are Nerve’s current product positioning in docs/PRODUCT.md and docs/MARKETING-PLAN.md. This slide intentionally makes no quantified TAM claim because no defensible bottom-up market estimate was available in the supplied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60-day US launch plan and $340 budget from docs/MARKETING-PLAN.md. The /start funnel instrumentation shipped 11 Sep 2026 per docs/LAUNCH-GAP.md D21. The plan is a test, not achieved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name, team size and Sri Lanka location from the supplied OpenVC dashboard screenshot. Product status from docs/PRODUCT.md. No education, work history, or unsupported personal credentials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Raise target of $100k from the user-supplied OpenVC dashboard screenshot. Milestones are a proposed use-of-funds framework, not a representation of an approved budget or guaranteed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059cd658fc45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5e86a237e146c9" /><Relationship Type="http://schemas.openxmlformats.org/officeDocument/2006/relationships/slideLayout" Target="/ppt/slideLayouts/slideLayout1.xml" Id="Rc6175fb3f98a420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175fb3f98a420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cd7c733c3145b9" /><Relationship Type="http://schemas.openxmlformats.org/officeDocument/2006/relationships/image" Target="/ppt/media/image.png" Id="Rabfdb3f68d2d43df" /><Relationship Type="http://schemas.openxmlformats.org/officeDocument/2006/relationships/notesSlide" Target="/ppt/notesSlides/notesSlide1.xml" Id="R45a42d5d0cd64a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d19de819df4f74" /><Relationship Type="http://schemas.openxmlformats.org/officeDocument/2006/relationships/notesSlide" Target="/ppt/notesSlides/notesSlide2.xml" Id="Rca3acec0070142a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ef571c74b4eb4" /><Relationship Type="http://schemas.openxmlformats.org/officeDocument/2006/relationships/image" Target="/ppt/media/image2.png" Id="R71f2bd164b164fe3" /><Relationship Type="http://schemas.openxmlformats.org/officeDocument/2006/relationships/notesSlide" Target="/ppt/notesSlides/notesSlide3.xml" Id="R5d75c7f7627c4a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06be7cd6843c2" /><Relationship Type="http://schemas.openxmlformats.org/officeDocument/2006/relationships/image" Target="/ppt/media/image3.png" Id="R75a88e4b91794c51" /><Relationship Type="http://schemas.openxmlformats.org/officeDocument/2006/relationships/notesSlide" Target="/ppt/notesSlides/notesSlide4.xml" Id="R071903c26a5a40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f3fa0605c34d31" /><Relationship Type="http://schemas.openxmlformats.org/officeDocument/2006/relationships/image" Target="/ppt/media/image4.png" Id="Rca9f76ca4034495b" /><Relationship Type="http://schemas.openxmlformats.org/officeDocument/2006/relationships/notesSlide" Target="/ppt/notesSlides/notesSlide5.xml" Id="Raf3754910a26440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f14700982438e" /><Relationship Type="http://schemas.openxmlformats.org/officeDocument/2006/relationships/notesSlide" Target="/ppt/notesSlides/notesSlide6.xml" Id="R92cf6b633ad14fa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241be341454e6a" /><Relationship Type="http://schemas.openxmlformats.org/officeDocument/2006/relationships/notesSlide" Target="/ppt/notesSlides/notesSlide7.xml" Id="R02db526f8d1743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91ef6c93064e88" /><Relationship Type="http://schemas.openxmlformats.org/officeDocument/2006/relationships/notesSlide" Target="/ppt/notesSlides/notesSlide8.xml" Id="R16f39b64127c4e6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44e90bcdc4c11" /><Relationship Type="http://schemas.openxmlformats.org/officeDocument/2006/relationships/notesSlide" Target="/ppt/notesSlides/notesSlide9.xml" Id="R2c7abd2f666b44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97f117b764868" /><Relationship Type="http://schemas.openxmlformats.org/officeDocument/2006/relationships/notesSlide" Target="/ppt/notesSlides/notesSlide10.xml" Id="Re110a77cb6ca42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bc3c1cdca743e8" /><Relationship Type="http://schemas.openxmlformats.org/officeDocument/2006/relationships/notesSlide" Target="/ppt/notesSlides/notesSlide11.xml" Id="Ree33ca7fbb6a435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1a73f77bb4a1c" /><Relationship Type="http://schemas.openxmlformats.org/officeDocument/2006/relationships/notesSlide" Target="/ppt/notesSlides/notesSlide12.xml" Id="R3917322199ef434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fdb3f68d2d43df"/>
          <a:stretch xmlns:a="http://schemas.openxmlformats.org/drawingml/2006/main"/>
        </p:blipFill>
        <p:spPr>
          <a:xfrm xmlns:a="http://schemas.openxmlformats.org/drawingml/2006/main">
            <a:off x="685800" y="590550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297E0-60E6-4ACF-8AB8-7A1FE9C8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714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6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24495-6566-476C-9D89-E11AE0D58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An AI conversation gym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103768-FF9A-4205-8DB2-FFB21A4E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67150"/>
            <a:ext cx="914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Helping young adults speak with confidence in dating and job interviews.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EA9167-E665-4F22-9B0D-8B122369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1975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A91A36-8C47-4DA5-9F53-5FA338BA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578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EFE8"/>
                </a:solidFill>
                <a:latin typeface="Arial"/>
                <a:ea typeface="Arial"/>
                <a:cs typeface="Arial"/>
              </a:rPr>
              <a:t>Pabath Wedamuhandirama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598A61-A2C7-47F2-A5E0-C86A7AA8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57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hellonerve.com</a:t>
            </a:r>
          </a:p>
        </p:txBody>
      </p:sp>
    </p:spTree>
    <p:extLst>
      <p:ext uri="{BB962C8B-B14F-4D97-AF65-F5344CB8AC3E}">
        <p14:creationId xmlns:p14="http://schemas.microsoft.com/office/powerpoint/2010/main" val="3004308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A9D73F-77FC-44C5-97AA-26DA9C44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FA832-62A7-458B-88D2-C53DADB85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25D4C-90A7-4938-8339-E24268C0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754F06-CD0C-455C-9519-1EC48213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1C42E-5E26-4659-BF43-E8A6EDB0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42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conversations that matter most are the hardest to rehearse.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D73269-885C-463C-B0BD-CF6AE8A05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14800"/>
            <a:ext cx="1019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A first date or job interview changes with every answer. Practice alone cannot reproduce hesitation, interruption, or rejection.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F93DF8-22EC-4645-9E9C-03B340FD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05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NERVE STARTS WITH REALISTIC VOICE PRACTICE</a:t>
            </a:r>
          </a:p>
        </p:txBody>
      </p:sp>
    </p:spTree>
    <p:extLst>
      <p:ext uri="{BB962C8B-B14F-4D97-AF65-F5344CB8AC3E}">
        <p14:creationId xmlns:p14="http://schemas.microsoft.com/office/powerpoint/2010/main" val="2038301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A250AF-539C-46ED-ACB6-D9BAF55A4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7AD27-1B36-4120-AA68-0C3F91B18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646BF0-DA2E-4991-B1EA-01831A9D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FD9C7-CBD1-49C5-B5EB-C131F3D09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A conversation gym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05CE8-D213-4852-85E0-35416ABC6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VOICE REPS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6CE4EF-58C0-469B-9619-626A0E187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3790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Speak out loud with an AI character who responds in the moment.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21CB7-B8F4-413E-A7E4-0133559D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3857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dating rep lasts three minutes. The character can lose interest, get distracted, or say no.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f2bd164b164fe3"/>
          <a:srcRect xmlns:a="http://schemas.openxmlformats.org/drawingml/2006/main" l="784" t="0" r="7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1743075"/>
            <a:ext cx="63246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06057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B21374-9E7A-447A-A200-97F878BCE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4F2370-7BCE-4631-9E2F-C0C12C6E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F009C-A984-400D-80D9-032ED91AD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1F1AC-1551-4002-BC7A-D2961E848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Interview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830715-E900-40B3-9610-B9D100A2A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SECOND USE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AE3502-28ED-4327-9C4D-6B2E3CBC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3924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Candidates practice with an interviewer who has read their CV and role.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033CF2-E96D-4FD0-A4EA-D9C3D25FE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3924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Rounds run 5 to 25 minutes. Technical rounds can assess answer accuracy as well as delivery.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a88e4b91794c51"/>
          <a:srcRect xmlns:a="http://schemas.openxmlformats.org/drawingml/2006/main" l="784" t="0" r="7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1743075"/>
            <a:ext cx="63246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2487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59159C-5D69-4256-A11B-AE6BCFB38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ADAAE-CD11-4C06-8490-E2DB0B74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3125F8-4FDA-44FC-99B7-F9902B7FD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37BA4-B636-4CF7-A4B8-769CFF03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Feedback on what users can improve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14954-A6C1-4C4D-8313-E793481F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AFTER EACH REP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777A99-A27A-47B4-9578-B00D84A4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3857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A scorecard identifies the moment the conversation changed.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163E43-917E-4DEE-A2FC-1CB41AAC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38576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Nerve grades how the user spoke, including questions, listening, and composure. A rejection can still be a strong rep.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f76ca4034495b"/>
          <a:srcRect xmlns:a="http://schemas.openxmlformats.org/drawingml/2006/main" l="0" t="8465" r="0" b="84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1743075"/>
            <a:ext cx="63246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3192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36E924-D1BA-4A02-B3C8-7B4603C6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B4504-3932-4D52-8958-51FF3EAB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F2D203-6F4D-4C78-BDA2-14269DC57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C2885-7B58-4317-87B5-C488CB7D8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practice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877FF-A037-4D07-8146-59AEB2E8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E6E7C9-D75C-4632-BC37-F0E53182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0478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Voice rep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884533-4728-4BE7-B799-29770FCA5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A timed conversation creates a real attempt.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B90067-4A42-4960-AC5E-B1238E6F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C1C09-7EA1-4634-9DF4-B96C9AA0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FD749-9531-4432-8DC1-66DE0A32E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146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Scorecard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C5422-DEBA-4993-B2A7-4CA38B74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user sees one concrete behavior to improve.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1A619F-67D4-4C6F-A0B6-FAE6EAEE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F2DFA-0E33-42EA-A008-7C45938F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FB49E-7A6A-4633-BB80-E10657E2E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1814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Next 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A8B49F-2675-47C0-B016-8BDFF129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00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next rep targets that behavior.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78956B-E8D5-4571-8FCB-91F4D9215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6EA1B6-9894-4395-BB60-9A7C8AFC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C8B123-54FB-4309-8078-9D21EDB2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2482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Real-world challenge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DDDC88-E80A-4FBB-8D16-4A1FE5B2E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768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user tries the skill outside the app and logs what happened.</a:t>
            </a:r>
          </a:p>
        </p:txBody>
      </p:sp>
    </p:spTree>
    <p:extLst>
      <p:ext uri="{BB962C8B-B14F-4D97-AF65-F5344CB8AC3E}">
        <p14:creationId xmlns:p14="http://schemas.microsoft.com/office/powerpoint/2010/main" val="21311020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43A255-0693-487A-9996-E81DD8BB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198CC0-0944-4270-BCD6-BDFADB8B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34E825-62A1-42FA-9551-CCB3C5CF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F27B18-1333-4362-8B8D-394864569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Business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FAD5F-406B-45A2-AA9B-82B895C4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SUBSCRIPTION VOICE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5BA8B2-ED5F-4B02-8E55-FE200CD5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$19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A02F7A-E2C5-4EF1-84CE-A9D5BADC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Pro / 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906F5-74B9-4824-9D74-FC585D1C5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3 dating voice reps per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438D2-C6A2-42EC-99EE-AAEB3121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45ADA8-33D2-459C-B249-D2DCCE2C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$49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F3767D-6B84-4C92-9D78-10E226D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958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Elite / month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36ABA-23CA-4DCA-B38A-47290AAB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6 dating voice reps per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2FCB8-99E3-497F-854C-6455D05A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INTERVIEW PACKS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600216-F3DA-4B00-9A5C-9E4A0DCF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03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4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$6  /  $20  /  $45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43095F-2FE2-4D68-8FFD-3C1AA35C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2, 8, or 20 one-time credits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94D2AD-0322-4162-B31F-9DEDD7018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457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Every account starts with one free dating rep and a five-minute interview screener.</a:t>
            </a:r>
          </a:p>
        </p:txBody>
      </p:sp>
    </p:spTree>
    <p:extLst>
      <p:ext uri="{BB962C8B-B14F-4D97-AF65-F5344CB8AC3E}">
        <p14:creationId xmlns:p14="http://schemas.microsoft.com/office/powerpoint/2010/main" val="64116410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931491-EA66-48CE-A3AF-015642934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ADB2E5-D514-413F-BF9A-D82974D8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19498-C337-4E08-8FC2-3059A049C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E81C27-EA1B-41E3-83BD-35DDA278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Early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AF7124-87EE-42E5-93E6-986BC04D1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7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667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F0112-B255-4374-BEA1-7FC47DE6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4802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dating 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7AAD3-C359-4207-8AE5-D213E454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86200"/>
            <a:ext cx="42576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Across 17 user accounts in an internal product audit.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0727F-97D5-4602-85C6-4E8BCAC3B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66925"/>
            <a:ext cx="0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59B77B-AA7D-460F-9933-5D08F8243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457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2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62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0 /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5DAF0B-912D-483C-B250-39F8D534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48025"/>
            <a:ext cx="464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visit-to-account conversions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4116A8-34E6-4C74-837D-A68132A6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105275"/>
            <a:ext cx="4610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TikTok and Meta visits, 4–10 Sep. The sign-up flow was then instrumented and changed.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56B667-F1C5-436E-BFD9-FCD8BA24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388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These are learning signals, not proof of repeat paid demand.</a:t>
            </a:r>
          </a:p>
        </p:txBody>
      </p:sp>
    </p:spTree>
    <p:extLst>
      <p:ext uri="{BB962C8B-B14F-4D97-AF65-F5344CB8AC3E}">
        <p14:creationId xmlns:p14="http://schemas.microsoft.com/office/powerpoint/2010/main" val="1806888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83495-1E6E-46DD-B69A-BBFADDD2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F7739A-39C4-4C25-98E1-437E2A87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C31BD4-5DC1-43BC-B0AC-DB0B417E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DFA528-FEA8-44EF-9950-F6561E72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Customer 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8544C-B14E-4A22-A666-FB500BA6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ENTRY SEGMENT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DD58C-C101-420D-B86E-3532CD6F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800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Young adults who avoid starting conversations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62A875-B6C0-4807-9C62-DE4B5069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4724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dating track offers short, repeatable practice and a real-world challenge.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7659DB-2FA8-4F4D-A0F7-D7A73B5D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62150"/>
            <a:ext cx="0" cy="3667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FEAD61-CE00-4139-BDB3-FC4D9C6A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47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ADJACENT 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F02391-367E-4ED7-A5A8-BFD0F3C98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4810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Candidates preparing for early career interviews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D5B7A6-BC36-4B93-9669-66EC0BC0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91050"/>
            <a:ext cx="4705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interview track adds rounds tailored to a CV and a one-time credit purchase.</a:t>
            </a:r>
          </a:p>
        </p:txBody>
      </p:sp>
    </p:spTree>
    <p:extLst>
      <p:ext uri="{BB962C8B-B14F-4D97-AF65-F5344CB8AC3E}">
        <p14:creationId xmlns:p14="http://schemas.microsoft.com/office/powerpoint/2010/main" val="18716041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C8FEE3-5CAB-43D1-BD10-DA2A60C9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FAB4BE-6E2E-475C-9992-00EC5F60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286B1-E2E5-4274-907B-CBE0EF62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B8415-FFC7-46EA-95F3-9C1A580C4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Go-to-market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C77F90-3F34-401A-BC56-8F8AEF4C8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14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US LAUNCH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43F0F-36D4-406D-B4A0-7774EE532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Short-form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5D2F5-E192-43F3-917C-18CDDD21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743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Show one recognizable conversation mistake and the rep that corrects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A6DF7-C5AF-4EC8-8ABB-A1C873DC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37E322-F6F8-4D58-B3A7-38824FB5C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562225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Creator referrals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9FBAA0-17FF-4A13-975F-69765AB8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57550"/>
            <a:ext cx="4591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Test small paid creators while measuring each step from visit to first rep and purchase.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4984D-39C4-484C-B183-94848B1D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C6E1CD-177B-4F20-B069-739A1926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4F82A"/>
                </a:solidFill>
                <a:latin typeface="Arial"/>
                <a:ea typeface="Arial"/>
                <a:cs typeface="Arial"/>
              </a:rPr>
              <a:t>The planned 60-day budget is $340. The decision metric is paid, repeat use.</a:t>
            </a:r>
          </a:p>
        </p:txBody>
      </p:sp>
    </p:spTree>
    <p:extLst>
      <p:ext uri="{BB962C8B-B14F-4D97-AF65-F5344CB8AC3E}">
        <p14:creationId xmlns:p14="http://schemas.microsoft.com/office/powerpoint/2010/main" val="1259568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9A5748-5D7D-41B8-AA02-DEC681DA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D085B-A73D-4A8B-9245-C0C9A0E4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DC074B-4EF6-497A-B44E-EB82F64EA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12E6D9-A3A5-469D-9809-D0542F87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Founder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2A8CA-DD04-418A-B1C1-99FD10EE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58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Pabath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116BD9-0847-4198-848B-EBEE8ED11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9829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54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Wedamuhandirama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46F531-EB8D-4543-9A53-2847F12F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942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Solo founder based in Sri Lanka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63499-417D-484A-9CCA-6800392C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915FA4-6C98-4E1A-B011-124CCBF9C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306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Nerve is live with voice reps, scorecards, billing, and an interview track.</a:t>
            </a:r>
          </a:p>
        </p:txBody>
      </p:sp>
    </p:spTree>
    <p:extLst>
      <p:ext uri="{BB962C8B-B14F-4D97-AF65-F5344CB8AC3E}">
        <p14:creationId xmlns:p14="http://schemas.microsoft.com/office/powerpoint/2010/main" val="1739700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485EB6-5AED-4A4F-965F-4590DDC4D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7D7CC-A113-4038-A9D6-9869C854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E38A0-9AF5-4872-925F-94DEA38F2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3FC29-70F6-4BD2-9F84-A96E6F76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D1A0C-9DF6-49AB-8BBB-3F48FA15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102584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705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Raising $100k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EF1B1-A718-4B5E-A414-174FEAC0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38525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Capital to test whether voice practice becomes repeat paid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AC4C53-DD8B-48CC-9450-EDD9CF611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714875"/>
            <a:ext cx="10677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489AC4-185C-4557-A709-EEE736CC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MILESTONES FOR THIS 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2B1E5B-EC25-45EF-A2DC-4E492785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006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Validate the acquisition funnel. Prove paid conversion and retention. Improve voice quality and reliability with real users.</a:t>
            </a:r>
          </a:p>
        </p:txBody>
      </p:sp>
    </p:spTree>
    <p:extLst>
      <p:ext uri="{BB962C8B-B14F-4D97-AF65-F5344CB8AC3E}">
        <p14:creationId xmlns:p14="http://schemas.microsoft.com/office/powerpoint/2010/main" val="3181979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2026-09-12T09:19:31.0260000Z</dcterms:created>
  <dcterms:modified xsi:type="dcterms:W3CDTF">2026-09-12T09:19:31.0260000Z</dcterms:modified>
</coreProperties>
</file>